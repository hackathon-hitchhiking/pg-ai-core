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font" Target="fonts/font18.fntdata"/><Relationship Id="rId96" Type="http://customschemas.google.com/relationships/presentationmetadata" Target="metadata"/><Relationship Id="rId97" Type="http://schemas.openxmlformats.org/officeDocument/2006/relationships/commentAuthors" Target="commentAuthors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oleObject" Target="file:///C:\Users\zhbankovaea\Desktop\&#1050;&#1085;&#1080;&#1075;&#1072;1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oleObject" Target="&#1050;&#1085;&#1080;&#1075;&#1072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hyperlink" Target="https://www.statista.com/statistics/871513/worldwide-data-created/" TargetMode="External"/><Relationship Id="rId5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hyperlink" Target="https://cloudscene.com/region/datacenters-in-europe#russia" TargetMode="External"/><Relationship Id="rId6" Type="http://schemas.openxmlformats.org/officeDocument/2006/relationships/hyperlink" Target="https://datareportal.com/reports/digital-2024-russian-federation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5.xm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hyperlink" Target="https://www-file.huawei.com/-/media/corp2020/pdf/giv/intelligent_world_2030_en.pdf" TargetMode="External"/><Relationship Id="rId10" Type="http://schemas.openxmlformats.org/officeDocument/2006/relationships/hyperlink" Target="https://www.statista.com/forecasts/1474143/global-ai-market-siz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8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microsoft.com/office/2007/relationships/hdphoto" Target="../media/hdphoto1.wdp"/><Relationship Id="rId11" Type="http://schemas.openxmlformats.org/officeDocument/2006/relationships/image" Target="../media/image24.jpg"/><Relationship Id="rId1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jpg"/><Relationship Id="rId7" Type="http://schemas.openxmlformats.org/officeDocument/2006/relationships/image" Target="../media/image24.jp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29.png"/><Relationship Id="rId11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solidFill/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solidFill/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/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/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/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/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solidFill/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/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/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solidFill/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solidFill/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solidFill/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solidFill/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/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/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/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/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/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/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  <a:ln>
            <a:solidFill/>
          </a:ln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/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/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/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  <a:ln>
            <a:solidFill/>
          </a:ln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/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solid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  <a:ln>
            <a:solidFill/>
          </a:ln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  <a:ln>
            <a:solid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