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  <p:sldId id="593" r:id="rId40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40" Type="http://schemas.openxmlformats.org/officeDocument/2006/relationships/slide" Target="slides/slide13.xml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150.0</c:v>
                </c:pt>
                <c:pt idx="1">
                  <c:v>250.0</c:v>
                </c:pt>
                <c:pt idx="2">
                  <c:v>200.0</c:v>
                </c:pt>
                <c:pt idx="3">
                  <c:v>350.0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0.png"/><Relationship Id="rId6" Type="http://schemas.openxmlformats.org/officeDocument/2006/relationships/chart" Target="../charts/char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  <p:sp>
        <p:nvSpPr>
          <p:cNvPr id="17" name="c6cf3a12-a3df-4547-b82d-09e81badb0b8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/>
              </a:rPr>
              <a:t>Updated Text</a:t>
            </a:r>
          </a:p>
        </p:txBody>
      </p:sp>
      <p:pic>
        <p:nvPicPr>
          <p:cNvPr id="18" name="d41f16d4-97c8-479d-8cab-bb0afff157db" descr="tmprl5zn4p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914400" cy="914400"/>
          </a:xfrm>
          <a:prstGeom prst="rect">
            <a:avLst/>
          </a:prstGeom>
        </p:spPr>
      </p:pic>
      <p:graphicFrame>
        <p:nvGraphicFramePr>
          <p:cNvPr id="19" name="6ae0b155-4670-459c-a057-2be6d2383f4d"/>
          <p:cNvGraphicFramePr>
            <a:graphicFrameLocks noGrp="1"/>
          </p:cNvGraphicFramePr>
          <p:nvPr/>
        </p:nvGraphicFramePr>
        <p:xfrm>
          <a:off x="2743200" y="2743200"/>
          <a:ext cx="3657600" cy="27432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3656bb11-a361-4e9c-8713-fc370bdede95"/>
          <p:cNvGraphicFramePr>
            <a:graphicFrameLocks noGrp="1"/>
          </p:cNvGraphicFramePr>
          <p:nvPr/>
        </p:nvGraphicFramePr>
        <p:xfrm>
          <a:off x="3657600" y="365760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609600">
                <a:tc gridSpan="3">
                  <a:txBody>
                    <a:bodyPr/>
                    <a:lstStyle/>
                    <a:p>
                      <a:r>
                        <a:t>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