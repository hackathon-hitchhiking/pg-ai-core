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147473639" r:id="rId2"/>
  </p:sldIdLst>
  <p:sldSz cx="12192000" cy="6858000"/>
  <p:notesSz cx="6797675" cy="9928225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libri Light" panose="020F0302020204030204" pitchFamily="34" charset="0"/>
      <p:regular r:id="rId8"/>
      <p:italic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98953F9-D213-4A21-9CEA-B627B0934DB5}">
          <p14:sldIdLst>
            <p14:sldId id="21474736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pos="7401" userDrawn="1">
          <p15:clr>
            <a:srgbClr val="A4A3A4"/>
          </p15:clr>
        </p15:guide>
        <p15:guide id="5" orient="horz" pos="278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9FF"/>
    <a:srgbClr val="E4E4E4"/>
    <a:srgbClr val="4525FF"/>
    <a:srgbClr val="7700FF"/>
    <a:srgbClr val="FF4F12"/>
    <a:srgbClr val="171F3E"/>
    <a:srgbClr val="ADC7DE"/>
    <a:srgbClr val="D6E2EF"/>
    <a:srgbClr val="3784FF"/>
    <a:srgbClr val="2B30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53" autoAdjust="0"/>
    <p:restoredTop sz="95865" autoAdjust="0"/>
  </p:normalViewPr>
  <p:slideViewPr>
    <p:cSldViewPr snapToGrid="0">
      <p:cViewPr>
        <p:scale>
          <a:sx n="98" d="100"/>
          <a:sy n="98" d="100"/>
        </p:scale>
        <p:origin x="296" y="808"/>
      </p:cViewPr>
      <p:guideLst>
        <p:guide orient="horz" pos="1139"/>
        <p:guide pos="3840"/>
        <p:guide pos="257"/>
        <p:guide pos="7401"/>
        <p:guide orient="horz" pos="278"/>
        <p:guide orient="horz" pos="4042"/>
        <p:guide pos="291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77D17-03BC-455E-9D30-FF6D174554CF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3252A-A06B-48D6-B3F3-C2C2E510C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30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AB14-1DFA-B8F7-BE8F-9DD4C1E8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4AF0A0F-68FC-D900-F9AB-AAEA0856A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591102F-D2D2-350B-C2DD-84F5452DB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5928A9-4CE2-3056-8FFD-B26E4FAAF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29B36-E8CD-4B42-9BD8-B01C170F1616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2802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41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96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87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34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99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47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47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05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14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96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FF0C3-D048-4E6E-BB1C-A43E9CBFAD09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63E89-6B5B-4949-9AD0-005123976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79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D06A-4883-0255-C7BD-3531478C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C305B3-51E5-442E-B8C7-A2455CDCA8A1}"/>
              </a:ext>
            </a:extLst>
          </p:cNvPr>
          <p:cNvSpPr/>
          <p:nvPr/>
        </p:nvSpPr>
        <p:spPr>
          <a:xfrm>
            <a:off x="284369" y="842829"/>
            <a:ext cx="3708000" cy="5594627"/>
          </a:xfrm>
          <a:prstGeom prst="roundRect">
            <a:avLst>
              <a:gd name="adj" fmla="val 4319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CE09035-26E9-4CEE-BFBC-1691EAD27136}"/>
              </a:ext>
            </a:extLst>
          </p:cNvPr>
          <p:cNvSpPr/>
          <p:nvPr/>
        </p:nvSpPr>
        <p:spPr>
          <a:xfrm>
            <a:off x="4241310" y="842829"/>
            <a:ext cx="3708000" cy="5594627"/>
          </a:xfrm>
          <a:prstGeom prst="roundRect">
            <a:avLst>
              <a:gd name="adj" fmla="val 3805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D0244779-934D-4C22-AA71-7A10BD579C3B}"/>
              </a:ext>
            </a:extLst>
          </p:cNvPr>
          <p:cNvSpPr/>
          <p:nvPr/>
        </p:nvSpPr>
        <p:spPr>
          <a:xfrm>
            <a:off x="8198251" y="842829"/>
            <a:ext cx="3708000" cy="5594627"/>
          </a:xfrm>
          <a:prstGeom prst="roundRect">
            <a:avLst>
              <a:gd name="adj" fmla="val 4576"/>
            </a:avLst>
          </a:prstGeom>
          <a:solidFill>
            <a:srgbClr val="4525FF">
              <a:alpha val="5000"/>
            </a:srgbClr>
          </a:solidFill>
          <a:ln>
            <a:solidFill>
              <a:srgbClr val="452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26B82AA9-FD36-71A2-FA88-83CC00E5B169}"/>
              </a:ext>
            </a:extLst>
          </p:cNvPr>
          <p:cNvCxnSpPr/>
          <p:nvPr/>
        </p:nvCxnSpPr>
        <p:spPr>
          <a:xfrm>
            <a:off x="0" y="562429"/>
            <a:ext cx="12192000" cy="0"/>
          </a:xfrm>
          <a:prstGeom prst="line">
            <a:avLst/>
          </a:prstGeom>
          <a:noFill/>
          <a:ln w="6350" cap="rnd">
            <a:solidFill>
              <a:srgbClr val="706F6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3E1A8F69-E5AA-A6F7-B5F3-AFBDBC1EBCD4}"/>
              </a:ext>
            </a:extLst>
          </p:cNvPr>
          <p:cNvSpPr/>
          <p:nvPr/>
        </p:nvSpPr>
        <p:spPr>
          <a:xfrm>
            <a:off x="11303001" y="0"/>
            <a:ext cx="889000" cy="562429"/>
          </a:xfrm>
          <a:custGeom>
            <a:avLst/>
            <a:gdLst>
              <a:gd name="connsiteX0" fmla="*/ 558263 w 1347538"/>
              <a:gd name="connsiteY0" fmla="*/ 0 h 1001027"/>
              <a:gd name="connsiteX1" fmla="*/ 1347538 w 1347538"/>
              <a:gd name="connsiteY1" fmla="*/ 0 h 1001027"/>
              <a:gd name="connsiteX2" fmla="*/ 1347538 w 1347538"/>
              <a:gd name="connsiteY2" fmla="*/ 1001027 h 1001027"/>
              <a:gd name="connsiteX3" fmla="*/ 0 w 1347538"/>
              <a:gd name="connsiteY3" fmla="*/ 1001027 h 1001027"/>
              <a:gd name="connsiteX4" fmla="*/ 558263 w 1347538"/>
              <a:gd name="connsiteY4" fmla="*/ 0 h 100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7538" h="1001027">
                <a:moveTo>
                  <a:pt x="558263" y="0"/>
                </a:moveTo>
                <a:lnTo>
                  <a:pt x="1347538" y="0"/>
                </a:lnTo>
                <a:lnTo>
                  <a:pt x="1347538" y="1001027"/>
                </a:lnTo>
                <a:lnTo>
                  <a:pt x="0" y="1001027"/>
                </a:lnTo>
                <a:lnTo>
                  <a:pt x="558263" y="0"/>
                </a:lnTo>
                <a:close/>
              </a:path>
            </a:pathLst>
          </a:custGeom>
          <a:solidFill>
            <a:srgbClr val="706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86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2909FF06-3980-6802-C366-2A957785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1133" y="138210"/>
            <a:ext cx="551543" cy="365125"/>
          </a:xfrm>
        </p:spPr>
        <p:txBody>
          <a:bodyPr/>
          <a:lstStyle/>
          <a:p>
            <a:pPr algn="ctr"/>
            <a:r>
              <a:rPr lang="en-US" sz="1143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</a:rPr>
              <a:t>5</a:t>
            </a:r>
            <a:endParaRPr lang="ru-RU" sz="114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Segoe UI Light" panose="020B050204020402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BD37B9-1192-4DC3-965E-C1D411CBD549}"/>
              </a:ext>
            </a:extLst>
          </p:cNvPr>
          <p:cNvSpPr/>
          <p:nvPr/>
        </p:nvSpPr>
        <p:spPr>
          <a:xfrm>
            <a:off x="476248" y="1615225"/>
            <a:ext cx="3315600" cy="4739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hangingPunct="0">
              <a:spcAft>
                <a:spcPts val="400"/>
              </a:spcAft>
              <a:buClr>
                <a:srgbClr val="7700FF"/>
              </a:buClr>
            </a:pPr>
            <a: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  <a:t>Текст</a:t>
            </a: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endParaRPr lang="ru-RU" sz="700" kern="0" dirty="0">
              <a:latin typeface="Roboto" panose="02000000000000000000" pitchFamily="2" charset="0"/>
              <a:ea typeface="Roboto" panose="02000000000000000000" pitchFamily="2" charset="0"/>
              <a:cs typeface="Segoe UI Light" panose="020B0502040204020203" pitchFamily="34" charset="0"/>
              <a:sym typeface="Calibri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FBD37B9-1192-4DC3-965E-C1D411CBD549}"/>
              </a:ext>
            </a:extLst>
          </p:cNvPr>
          <p:cNvSpPr/>
          <p:nvPr/>
        </p:nvSpPr>
        <p:spPr>
          <a:xfrm>
            <a:off x="4431809" y="1615224"/>
            <a:ext cx="3315600" cy="470898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lvl="2" hangingPunct="0">
              <a:spcAft>
                <a:spcPts val="400"/>
              </a:spcAft>
              <a:buClr>
                <a:srgbClr val="7700FF"/>
              </a:buClr>
            </a:pPr>
            <a: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  <a:t>Текст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BD37B9-1192-4DC3-965E-C1D411CBD549}"/>
              </a:ext>
            </a:extLst>
          </p:cNvPr>
          <p:cNvSpPr/>
          <p:nvPr/>
        </p:nvSpPr>
        <p:spPr>
          <a:xfrm>
            <a:off x="8388751" y="1615225"/>
            <a:ext cx="3315600" cy="4632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2" hangingPunct="0">
              <a:spcAft>
                <a:spcPts val="400"/>
              </a:spcAft>
              <a:buClr>
                <a:srgbClr val="7700FF"/>
              </a:buClr>
            </a:pPr>
            <a: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  <a:t>Текст</a:t>
            </a: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br>
              <a:rPr lang="ru-RU" sz="700" kern="0" dirty="0"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  <a:sym typeface="Calibri"/>
              </a:rPr>
            </a:br>
            <a:endParaRPr lang="ru-RU" sz="700" kern="0" dirty="0">
              <a:latin typeface="Roboto" panose="02000000000000000000" pitchFamily="2" charset="0"/>
              <a:ea typeface="Roboto" panose="02000000000000000000" pitchFamily="2" charset="0"/>
              <a:cs typeface="Segoe UI Light" panose="020B0502040204020203" pitchFamily="34" charset="0"/>
              <a:sym typeface="Calibri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51E41F2-FD52-284B-B840-47085CE05F20}"/>
              </a:ext>
            </a:extLst>
          </p:cNvPr>
          <p:cNvSpPr/>
          <p:nvPr/>
        </p:nvSpPr>
        <p:spPr>
          <a:xfrm>
            <a:off x="4431809" y="2496301"/>
            <a:ext cx="3140027" cy="93358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44000" lvl="2" indent="-144000" hangingPunct="0">
              <a:spcAft>
                <a:spcPts val="400"/>
              </a:spcAft>
              <a:buClr>
                <a:srgbClr val="7700FF"/>
              </a:buClr>
              <a:buFont typeface="Arial" panose="020B0604020202020204" pitchFamily="34" charset="0"/>
              <a:buChar char="•"/>
            </a:pPr>
            <a:endParaRPr lang="ru-RU" sz="900" kern="0" dirty="0">
              <a:latin typeface="Roboto" panose="02000000000000000000" pitchFamily="2" charset="0"/>
              <a:ea typeface="Roboto" panose="02000000000000000000" pitchFamily="2" charset="0"/>
              <a:cs typeface="Segoe UI Light" panose="020B0502040204020203" pitchFamily="34" charset="0"/>
              <a:sym typeface="Calibri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BA62083-5AFA-424F-B038-4D0423E91B3F}"/>
              </a:ext>
            </a:extLst>
          </p:cNvPr>
          <p:cNvSpPr/>
          <p:nvPr/>
        </p:nvSpPr>
        <p:spPr>
          <a:xfrm>
            <a:off x="285750" y="105333"/>
            <a:ext cx="7058025" cy="351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ru-RU" sz="2286" cap="all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</a:rPr>
              <a:t>Заголовок</a:t>
            </a:r>
          </a:p>
        </p:txBody>
      </p:sp>
      <p:pic>
        <p:nvPicPr>
          <p:cNvPr id="28" name="Picture 8" descr="Фирменный стиль. Официальный информационный сайт Ростелеком.">
            <a:extLst>
              <a:ext uri="{FF2B5EF4-FFF2-40B4-BE49-F238E27FC236}">
                <a16:creationId xmlns:a16="http://schemas.microsoft.com/office/drawing/2014/main" id="{4B24ED93-33C2-4DB6-BB64-7397AC56D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9" b="15526"/>
          <a:stretch/>
        </p:blipFill>
        <p:spPr bwMode="auto">
          <a:xfrm>
            <a:off x="9620110" y="91071"/>
            <a:ext cx="1605351" cy="38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9FA2103-EDF6-46E8-98A7-3ED14ED10B96}"/>
              </a:ext>
            </a:extLst>
          </p:cNvPr>
          <p:cNvSpPr/>
          <p:nvPr/>
        </p:nvSpPr>
        <p:spPr>
          <a:xfrm>
            <a:off x="1054342" y="1039675"/>
            <a:ext cx="2660362" cy="384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</a:pPr>
            <a:r>
              <a:rPr lang="ru-RU" sz="1200" b="1" kern="0" dirty="0">
                <a:solidFill>
                  <a:srgbClr val="4525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Подзаголовок</a:t>
            </a:r>
            <a:br>
              <a:rPr lang="ru-RU" sz="1200" b="1" kern="0" dirty="0">
                <a:solidFill>
                  <a:srgbClr val="4525FF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sz="1200" b="1" kern="0" dirty="0">
              <a:solidFill>
                <a:srgbClr val="4525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09BB7EF-98E6-4D82-952B-9999AF5925CF}"/>
              </a:ext>
            </a:extLst>
          </p:cNvPr>
          <p:cNvSpPr/>
          <p:nvPr/>
        </p:nvSpPr>
        <p:spPr>
          <a:xfrm>
            <a:off x="5011293" y="1039675"/>
            <a:ext cx="2560543" cy="384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</a:pPr>
            <a:r>
              <a:rPr lang="ru-RU" sz="1200" b="1" kern="0" dirty="0">
                <a:solidFill>
                  <a:srgbClr val="4525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Подзаголовок</a:t>
            </a:r>
            <a:br>
              <a:rPr lang="ru-RU" sz="1200" b="1" kern="0" dirty="0">
                <a:solidFill>
                  <a:srgbClr val="4525FF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sz="1200" b="1" kern="0" dirty="0">
              <a:solidFill>
                <a:srgbClr val="4525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669AAB1-67F7-4A5C-888A-9E357085C268}"/>
              </a:ext>
            </a:extLst>
          </p:cNvPr>
          <p:cNvSpPr/>
          <p:nvPr/>
        </p:nvSpPr>
        <p:spPr>
          <a:xfrm>
            <a:off x="8936068" y="1039675"/>
            <a:ext cx="2779684" cy="384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</a:pPr>
            <a:r>
              <a:rPr lang="ru-RU" sz="1200" b="1" kern="0" dirty="0">
                <a:solidFill>
                  <a:srgbClr val="4525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Подзаголовок</a:t>
            </a:r>
            <a:br>
              <a:rPr lang="ru-RU" sz="1200" b="1" kern="0" dirty="0">
                <a:solidFill>
                  <a:srgbClr val="4525FF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sz="1200" b="1" kern="0" dirty="0">
              <a:solidFill>
                <a:srgbClr val="4525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Рисунок 45">
            <a:extLst>
              <a:ext uri="{FF2B5EF4-FFF2-40B4-BE49-F238E27FC236}">
                <a16:creationId xmlns:a16="http://schemas.microsoft.com/office/drawing/2014/main" id="{090CED84-04F6-4226-8EE4-69FDE9B21EA7}"/>
              </a:ext>
            </a:extLst>
          </p:cNvPr>
          <p:cNvGrpSpPr/>
          <p:nvPr/>
        </p:nvGrpSpPr>
        <p:grpSpPr>
          <a:xfrm>
            <a:off x="476248" y="1004754"/>
            <a:ext cx="453600" cy="453600"/>
            <a:chOff x="476248" y="1004754"/>
            <a:chExt cx="453600" cy="453600"/>
          </a:xfrm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1DB705F5-B6C5-4D1A-853D-5944AADCB267}"/>
                </a:ext>
              </a:extLst>
            </p:cNvPr>
            <p:cNvSpPr/>
            <p:nvPr/>
          </p:nvSpPr>
          <p:spPr>
            <a:xfrm>
              <a:off x="497767" y="1307182"/>
              <a:ext cx="388962" cy="129653"/>
            </a:xfrm>
            <a:custGeom>
              <a:avLst/>
              <a:gdLst>
                <a:gd name="connsiteX0" fmla="*/ 32414 w 388962"/>
                <a:gd name="connsiteY0" fmla="*/ 129654 h 129653"/>
                <a:gd name="connsiteX1" fmla="*/ 356548 w 388962"/>
                <a:gd name="connsiteY1" fmla="*/ 129654 h 129653"/>
                <a:gd name="connsiteX2" fmla="*/ 388963 w 388962"/>
                <a:gd name="connsiteY2" fmla="*/ 97239 h 129653"/>
                <a:gd name="connsiteX3" fmla="*/ 388963 w 388962"/>
                <a:gd name="connsiteY3" fmla="*/ 32413 h 129653"/>
                <a:gd name="connsiteX4" fmla="*/ 356548 w 388962"/>
                <a:gd name="connsiteY4" fmla="*/ 0 h 129653"/>
                <a:gd name="connsiteX5" fmla="*/ 32414 w 388962"/>
                <a:gd name="connsiteY5" fmla="*/ 0 h 129653"/>
                <a:gd name="connsiteX6" fmla="*/ 0 w 388962"/>
                <a:gd name="connsiteY6" fmla="*/ 32413 h 129653"/>
                <a:gd name="connsiteX7" fmla="*/ 0 w 388962"/>
                <a:gd name="connsiteY7" fmla="*/ 97239 h 129653"/>
                <a:gd name="connsiteX8" fmla="*/ 32414 w 388962"/>
                <a:gd name="connsiteY8" fmla="*/ 129654 h 12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962" h="129653">
                  <a:moveTo>
                    <a:pt x="32414" y="129654"/>
                  </a:moveTo>
                  <a:lnTo>
                    <a:pt x="356548" y="129654"/>
                  </a:lnTo>
                  <a:cubicBezTo>
                    <a:pt x="374450" y="129654"/>
                    <a:pt x="388963" y="115141"/>
                    <a:pt x="388963" y="97239"/>
                  </a:cubicBezTo>
                  <a:lnTo>
                    <a:pt x="388963" y="32413"/>
                  </a:lnTo>
                  <a:cubicBezTo>
                    <a:pt x="388963" y="14511"/>
                    <a:pt x="374450" y="0"/>
                    <a:pt x="356548" y="0"/>
                  </a:cubicBezTo>
                  <a:lnTo>
                    <a:pt x="32414" y="0"/>
                  </a:lnTo>
                  <a:cubicBezTo>
                    <a:pt x="14512" y="0"/>
                    <a:pt x="0" y="14511"/>
                    <a:pt x="0" y="32413"/>
                  </a:cubicBezTo>
                  <a:lnTo>
                    <a:pt x="0" y="97239"/>
                  </a:lnTo>
                  <a:cubicBezTo>
                    <a:pt x="0" y="115141"/>
                    <a:pt x="14512" y="129654"/>
                    <a:pt x="32414" y="129654"/>
                  </a:cubicBezTo>
                  <a:close/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CA6C24C8-53F6-406A-92F2-FB7528E3E8A7}"/>
                </a:ext>
              </a:extLst>
            </p:cNvPr>
            <p:cNvSpPr/>
            <p:nvPr/>
          </p:nvSpPr>
          <p:spPr>
            <a:xfrm>
              <a:off x="778010" y="1113926"/>
              <a:ext cx="66173" cy="41327"/>
            </a:xfrm>
            <a:custGeom>
              <a:avLst/>
              <a:gdLst>
                <a:gd name="connsiteX0" fmla="*/ 66174 w 66173"/>
                <a:gd name="connsiteY0" fmla="*/ 0 h 41327"/>
                <a:gd name="connsiteX1" fmla="*/ 24846 w 66173"/>
                <a:gd name="connsiteY1" fmla="*/ 41327 h 41327"/>
                <a:gd name="connsiteX2" fmla="*/ 0 w 66173"/>
                <a:gd name="connsiteY2" fmla="*/ 16555 h 4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73" h="41327">
                  <a:moveTo>
                    <a:pt x="66174" y="0"/>
                  </a:moveTo>
                  <a:lnTo>
                    <a:pt x="24846" y="41327"/>
                  </a:lnTo>
                  <a:lnTo>
                    <a:pt x="0" y="16555"/>
                  </a:lnTo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AA022C11-9ADB-45D0-9F71-3682C6A7A4F5}"/>
                </a:ext>
              </a:extLst>
            </p:cNvPr>
            <p:cNvSpPr/>
            <p:nvPr/>
          </p:nvSpPr>
          <p:spPr>
            <a:xfrm>
              <a:off x="497767" y="1069481"/>
              <a:ext cx="172872" cy="129653"/>
            </a:xfrm>
            <a:custGeom>
              <a:avLst/>
              <a:gdLst>
                <a:gd name="connsiteX0" fmla="*/ 172872 w 172872"/>
                <a:gd name="connsiteY0" fmla="*/ 0 h 129653"/>
                <a:gd name="connsiteX1" fmla="*/ 32414 w 172872"/>
                <a:gd name="connsiteY1" fmla="*/ 0 h 129653"/>
                <a:gd name="connsiteX2" fmla="*/ 0 w 172872"/>
                <a:gd name="connsiteY2" fmla="*/ 32413 h 129653"/>
                <a:gd name="connsiteX3" fmla="*/ 0 w 172872"/>
                <a:gd name="connsiteY3" fmla="*/ 97240 h 129653"/>
                <a:gd name="connsiteX4" fmla="*/ 32414 w 172872"/>
                <a:gd name="connsiteY4" fmla="*/ 129654 h 129653"/>
                <a:gd name="connsiteX5" fmla="*/ 172872 w 172872"/>
                <a:gd name="connsiteY5" fmla="*/ 129654 h 12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872" h="129653">
                  <a:moveTo>
                    <a:pt x="172872" y="0"/>
                  </a:moveTo>
                  <a:lnTo>
                    <a:pt x="32414" y="0"/>
                  </a:lnTo>
                  <a:cubicBezTo>
                    <a:pt x="14512" y="0"/>
                    <a:pt x="0" y="14512"/>
                    <a:pt x="0" y="32413"/>
                  </a:cubicBezTo>
                  <a:lnTo>
                    <a:pt x="0" y="97240"/>
                  </a:lnTo>
                  <a:cubicBezTo>
                    <a:pt x="0" y="115142"/>
                    <a:pt x="14512" y="129654"/>
                    <a:pt x="32414" y="129654"/>
                  </a:cubicBezTo>
                  <a:lnTo>
                    <a:pt x="172872" y="129654"/>
                  </a:lnTo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24C6FC84-A8D8-4720-AEA0-1C6EAAB1D85F}"/>
                </a:ext>
              </a:extLst>
            </p:cNvPr>
            <p:cNvSpPr/>
            <p:nvPr/>
          </p:nvSpPr>
          <p:spPr>
            <a:xfrm>
              <a:off x="713857" y="1037068"/>
              <a:ext cx="194480" cy="194480"/>
            </a:xfrm>
            <a:custGeom>
              <a:avLst/>
              <a:gdLst>
                <a:gd name="connsiteX0" fmla="*/ 194481 w 194480"/>
                <a:gd name="connsiteY0" fmla="*/ 97240 h 194480"/>
                <a:gd name="connsiteX1" fmla="*/ 97240 w 194480"/>
                <a:gd name="connsiteY1" fmla="*/ 194481 h 194480"/>
                <a:gd name="connsiteX2" fmla="*/ 0 w 194480"/>
                <a:gd name="connsiteY2" fmla="*/ 97240 h 194480"/>
                <a:gd name="connsiteX3" fmla="*/ 97240 w 194480"/>
                <a:gd name="connsiteY3" fmla="*/ 0 h 194480"/>
                <a:gd name="connsiteX4" fmla="*/ 194481 w 194480"/>
                <a:gd name="connsiteY4" fmla="*/ 97240 h 19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480" h="194480">
                  <a:moveTo>
                    <a:pt x="194481" y="97240"/>
                  </a:moveTo>
                  <a:cubicBezTo>
                    <a:pt x="194481" y="150945"/>
                    <a:pt x="150945" y="194481"/>
                    <a:pt x="97240" y="194481"/>
                  </a:cubicBezTo>
                  <a:cubicBezTo>
                    <a:pt x="43536" y="194481"/>
                    <a:pt x="0" y="150945"/>
                    <a:pt x="0" y="97240"/>
                  </a:cubicBezTo>
                  <a:cubicBezTo>
                    <a:pt x="0" y="43536"/>
                    <a:pt x="43536" y="0"/>
                    <a:pt x="97240" y="0"/>
                  </a:cubicBezTo>
                  <a:cubicBezTo>
                    <a:pt x="150945" y="0"/>
                    <a:pt x="194481" y="43536"/>
                    <a:pt x="194481" y="97240"/>
                  </a:cubicBezTo>
                  <a:close/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7" name="Рисунок 45">
            <a:extLst>
              <a:ext uri="{FF2B5EF4-FFF2-40B4-BE49-F238E27FC236}">
                <a16:creationId xmlns:a16="http://schemas.microsoft.com/office/drawing/2014/main" id="{04234B3E-FF2C-4490-BD3A-5BC44B58A002}"/>
              </a:ext>
            </a:extLst>
          </p:cNvPr>
          <p:cNvGrpSpPr/>
          <p:nvPr/>
        </p:nvGrpSpPr>
        <p:grpSpPr>
          <a:xfrm>
            <a:off x="4431810" y="1004754"/>
            <a:ext cx="453600" cy="453600"/>
            <a:chOff x="476248" y="1004754"/>
            <a:chExt cx="453600" cy="453600"/>
          </a:xfrm>
        </p:grpSpPr>
        <p:sp>
          <p:nvSpPr>
            <p:cNvPr id="48" name="Полилиния: фигура 47">
              <a:extLst>
                <a:ext uri="{FF2B5EF4-FFF2-40B4-BE49-F238E27FC236}">
                  <a16:creationId xmlns:a16="http://schemas.microsoft.com/office/drawing/2014/main" id="{7115B895-BC7B-441A-9E06-1DCE8A720DC1}"/>
                </a:ext>
              </a:extLst>
            </p:cNvPr>
            <p:cNvSpPr/>
            <p:nvPr/>
          </p:nvSpPr>
          <p:spPr>
            <a:xfrm>
              <a:off x="497767" y="1307182"/>
              <a:ext cx="388962" cy="129653"/>
            </a:xfrm>
            <a:custGeom>
              <a:avLst/>
              <a:gdLst>
                <a:gd name="connsiteX0" fmla="*/ 32414 w 388962"/>
                <a:gd name="connsiteY0" fmla="*/ 129654 h 129653"/>
                <a:gd name="connsiteX1" fmla="*/ 356548 w 388962"/>
                <a:gd name="connsiteY1" fmla="*/ 129654 h 129653"/>
                <a:gd name="connsiteX2" fmla="*/ 388963 w 388962"/>
                <a:gd name="connsiteY2" fmla="*/ 97239 h 129653"/>
                <a:gd name="connsiteX3" fmla="*/ 388963 w 388962"/>
                <a:gd name="connsiteY3" fmla="*/ 32413 h 129653"/>
                <a:gd name="connsiteX4" fmla="*/ 356548 w 388962"/>
                <a:gd name="connsiteY4" fmla="*/ 0 h 129653"/>
                <a:gd name="connsiteX5" fmla="*/ 32414 w 388962"/>
                <a:gd name="connsiteY5" fmla="*/ 0 h 129653"/>
                <a:gd name="connsiteX6" fmla="*/ 0 w 388962"/>
                <a:gd name="connsiteY6" fmla="*/ 32413 h 129653"/>
                <a:gd name="connsiteX7" fmla="*/ 0 w 388962"/>
                <a:gd name="connsiteY7" fmla="*/ 97239 h 129653"/>
                <a:gd name="connsiteX8" fmla="*/ 32414 w 388962"/>
                <a:gd name="connsiteY8" fmla="*/ 129654 h 12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962" h="129653">
                  <a:moveTo>
                    <a:pt x="32414" y="129654"/>
                  </a:moveTo>
                  <a:lnTo>
                    <a:pt x="356548" y="129654"/>
                  </a:lnTo>
                  <a:cubicBezTo>
                    <a:pt x="374450" y="129654"/>
                    <a:pt x="388963" y="115141"/>
                    <a:pt x="388963" y="97239"/>
                  </a:cubicBezTo>
                  <a:lnTo>
                    <a:pt x="388963" y="32413"/>
                  </a:lnTo>
                  <a:cubicBezTo>
                    <a:pt x="388963" y="14511"/>
                    <a:pt x="374450" y="0"/>
                    <a:pt x="356548" y="0"/>
                  </a:cubicBezTo>
                  <a:lnTo>
                    <a:pt x="32414" y="0"/>
                  </a:lnTo>
                  <a:cubicBezTo>
                    <a:pt x="14512" y="0"/>
                    <a:pt x="0" y="14511"/>
                    <a:pt x="0" y="32413"/>
                  </a:cubicBezTo>
                  <a:lnTo>
                    <a:pt x="0" y="97239"/>
                  </a:lnTo>
                  <a:cubicBezTo>
                    <a:pt x="0" y="115141"/>
                    <a:pt x="14512" y="129654"/>
                    <a:pt x="32414" y="129654"/>
                  </a:cubicBezTo>
                  <a:close/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: фигура 48">
              <a:extLst>
                <a:ext uri="{FF2B5EF4-FFF2-40B4-BE49-F238E27FC236}">
                  <a16:creationId xmlns:a16="http://schemas.microsoft.com/office/drawing/2014/main" id="{45A100D9-50EC-4FE9-B9B8-C252E4C33CDC}"/>
                </a:ext>
              </a:extLst>
            </p:cNvPr>
            <p:cNvSpPr/>
            <p:nvPr/>
          </p:nvSpPr>
          <p:spPr>
            <a:xfrm>
              <a:off x="778010" y="1113926"/>
              <a:ext cx="66173" cy="41327"/>
            </a:xfrm>
            <a:custGeom>
              <a:avLst/>
              <a:gdLst>
                <a:gd name="connsiteX0" fmla="*/ 66174 w 66173"/>
                <a:gd name="connsiteY0" fmla="*/ 0 h 41327"/>
                <a:gd name="connsiteX1" fmla="*/ 24846 w 66173"/>
                <a:gd name="connsiteY1" fmla="*/ 41327 h 41327"/>
                <a:gd name="connsiteX2" fmla="*/ 0 w 66173"/>
                <a:gd name="connsiteY2" fmla="*/ 16555 h 4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73" h="41327">
                  <a:moveTo>
                    <a:pt x="66174" y="0"/>
                  </a:moveTo>
                  <a:lnTo>
                    <a:pt x="24846" y="41327"/>
                  </a:lnTo>
                  <a:lnTo>
                    <a:pt x="0" y="16555"/>
                  </a:lnTo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: фигура 49">
              <a:extLst>
                <a:ext uri="{FF2B5EF4-FFF2-40B4-BE49-F238E27FC236}">
                  <a16:creationId xmlns:a16="http://schemas.microsoft.com/office/drawing/2014/main" id="{53F11660-73C9-4A94-A707-4506A59D6DDC}"/>
                </a:ext>
              </a:extLst>
            </p:cNvPr>
            <p:cNvSpPr/>
            <p:nvPr/>
          </p:nvSpPr>
          <p:spPr>
            <a:xfrm>
              <a:off x="497767" y="1069481"/>
              <a:ext cx="172872" cy="129653"/>
            </a:xfrm>
            <a:custGeom>
              <a:avLst/>
              <a:gdLst>
                <a:gd name="connsiteX0" fmla="*/ 172872 w 172872"/>
                <a:gd name="connsiteY0" fmla="*/ 0 h 129653"/>
                <a:gd name="connsiteX1" fmla="*/ 32414 w 172872"/>
                <a:gd name="connsiteY1" fmla="*/ 0 h 129653"/>
                <a:gd name="connsiteX2" fmla="*/ 0 w 172872"/>
                <a:gd name="connsiteY2" fmla="*/ 32413 h 129653"/>
                <a:gd name="connsiteX3" fmla="*/ 0 w 172872"/>
                <a:gd name="connsiteY3" fmla="*/ 97240 h 129653"/>
                <a:gd name="connsiteX4" fmla="*/ 32414 w 172872"/>
                <a:gd name="connsiteY4" fmla="*/ 129654 h 129653"/>
                <a:gd name="connsiteX5" fmla="*/ 172872 w 172872"/>
                <a:gd name="connsiteY5" fmla="*/ 129654 h 12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872" h="129653">
                  <a:moveTo>
                    <a:pt x="172872" y="0"/>
                  </a:moveTo>
                  <a:lnTo>
                    <a:pt x="32414" y="0"/>
                  </a:lnTo>
                  <a:cubicBezTo>
                    <a:pt x="14512" y="0"/>
                    <a:pt x="0" y="14512"/>
                    <a:pt x="0" y="32413"/>
                  </a:cubicBezTo>
                  <a:lnTo>
                    <a:pt x="0" y="97240"/>
                  </a:lnTo>
                  <a:cubicBezTo>
                    <a:pt x="0" y="115142"/>
                    <a:pt x="14512" y="129654"/>
                    <a:pt x="32414" y="129654"/>
                  </a:cubicBezTo>
                  <a:lnTo>
                    <a:pt x="172872" y="129654"/>
                  </a:lnTo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: фигура 50">
              <a:extLst>
                <a:ext uri="{FF2B5EF4-FFF2-40B4-BE49-F238E27FC236}">
                  <a16:creationId xmlns:a16="http://schemas.microsoft.com/office/drawing/2014/main" id="{D4DC521D-6796-47EA-85FF-C8264980F196}"/>
                </a:ext>
              </a:extLst>
            </p:cNvPr>
            <p:cNvSpPr/>
            <p:nvPr/>
          </p:nvSpPr>
          <p:spPr>
            <a:xfrm>
              <a:off x="713857" y="1037068"/>
              <a:ext cx="194480" cy="194480"/>
            </a:xfrm>
            <a:custGeom>
              <a:avLst/>
              <a:gdLst>
                <a:gd name="connsiteX0" fmla="*/ 194481 w 194480"/>
                <a:gd name="connsiteY0" fmla="*/ 97240 h 194480"/>
                <a:gd name="connsiteX1" fmla="*/ 97240 w 194480"/>
                <a:gd name="connsiteY1" fmla="*/ 194481 h 194480"/>
                <a:gd name="connsiteX2" fmla="*/ 0 w 194480"/>
                <a:gd name="connsiteY2" fmla="*/ 97240 h 194480"/>
                <a:gd name="connsiteX3" fmla="*/ 97240 w 194480"/>
                <a:gd name="connsiteY3" fmla="*/ 0 h 194480"/>
                <a:gd name="connsiteX4" fmla="*/ 194481 w 194480"/>
                <a:gd name="connsiteY4" fmla="*/ 97240 h 19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480" h="194480">
                  <a:moveTo>
                    <a:pt x="194481" y="97240"/>
                  </a:moveTo>
                  <a:cubicBezTo>
                    <a:pt x="194481" y="150945"/>
                    <a:pt x="150945" y="194481"/>
                    <a:pt x="97240" y="194481"/>
                  </a:cubicBezTo>
                  <a:cubicBezTo>
                    <a:pt x="43536" y="194481"/>
                    <a:pt x="0" y="150945"/>
                    <a:pt x="0" y="97240"/>
                  </a:cubicBezTo>
                  <a:cubicBezTo>
                    <a:pt x="0" y="43536"/>
                    <a:pt x="43536" y="0"/>
                    <a:pt x="97240" y="0"/>
                  </a:cubicBezTo>
                  <a:cubicBezTo>
                    <a:pt x="150945" y="0"/>
                    <a:pt x="194481" y="43536"/>
                    <a:pt x="194481" y="97240"/>
                  </a:cubicBezTo>
                  <a:close/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2" name="Рисунок 45">
            <a:extLst>
              <a:ext uri="{FF2B5EF4-FFF2-40B4-BE49-F238E27FC236}">
                <a16:creationId xmlns:a16="http://schemas.microsoft.com/office/drawing/2014/main" id="{3BBAAEE7-CACC-4B79-92A1-2A082E164A12}"/>
              </a:ext>
            </a:extLst>
          </p:cNvPr>
          <p:cNvGrpSpPr/>
          <p:nvPr/>
        </p:nvGrpSpPr>
        <p:grpSpPr>
          <a:xfrm>
            <a:off x="8388751" y="1004754"/>
            <a:ext cx="453600" cy="453600"/>
            <a:chOff x="476248" y="1004754"/>
            <a:chExt cx="453600" cy="453600"/>
          </a:xfrm>
        </p:grpSpPr>
        <p:sp>
          <p:nvSpPr>
            <p:cNvPr id="53" name="Полилиния: фигура 52">
              <a:extLst>
                <a:ext uri="{FF2B5EF4-FFF2-40B4-BE49-F238E27FC236}">
                  <a16:creationId xmlns:a16="http://schemas.microsoft.com/office/drawing/2014/main" id="{7A8764EE-F353-4867-B57D-FD9668AC0735}"/>
                </a:ext>
              </a:extLst>
            </p:cNvPr>
            <p:cNvSpPr/>
            <p:nvPr/>
          </p:nvSpPr>
          <p:spPr>
            <a:xfrm>
              <a:off x="497767" y="1307182"/>
              <a:ext cx="388962" cy="129653"/>
            </a:xfrm>
            <a:custGeom>
              <a:avLst/>
              <a:gdLst>
                <a:gd name="connsiteX0" fmla="*/ 32414 w 388962"/>
                <a:gd name="connsiteY0" fmla="*/ 129654 h 129653"/>
                <a:gd name="connsiteX1" fmla="*/ 356548 w 388962"/>
                <a:gd name="connsiteY1" fmla="*/ 129654 h 129653"/>
                <a:gd name="connsiteX2" fmla="*/ 388963 w 388962"/>
                <a:gd name="connsiteY2" fmla="*/ 97239 h 129653"/>
                <a:gd name="connsiteX3" fmla="*/ 388963 w 388962"/>
                <a:gd name="connsiteY3" fmla="*/ 32413 h 129653"/>
                <a:gd name="connsiteX4" fmla="*/ 356548 w 388962"/>
                <a:gd name="connsiteY4" fmla="*/ 0 h 129653"/>
                <a:gd name="connsiteX5" fmla="*/ 32414 w 388962"/>
                <a:gd name="connsiteY5" fmla="*/ 0 h 129653"/>
                <a:gd name="connsiteX6" fmla="*/ 0 w 388962"/>
                <a:gd name="connsiteY6" fmla="*/ 32413 h 129653"/>
                <a:gd name="connsiteX7" fmla="*/ 0 w 388962"/>
                <a:gd name="connsiteY7" fmla="*/ 97239 h 129653"/>
                <a:gd name="connsiteX8" fmla="*/ 32414 w 388962"/>
                <a:gd name="connsiteY8" fmla="*/ 129654 h 12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962" h="129653">
                  <a:moveTo>
                    <a:pt x="32414" y="129654"/>
                  </a:moveTo>
                  <a:lnTo>
                    <a:pt x="356548" y="129654"/>
                  </a:lnTo>
                  <a:cubicBezTo>
                    <a:pt x="374450" y="129654"/>
                    <a:pt x="388963" y="115141"/>
                    <a:pt x="388963" y="97239"/>
                  </a:cubicBezTo>
                  <a:lnTo>
                    <a:pt x="388963" y="32413"/>
                  </a:lnTo>
                  <a:cubicBezTo>
                    <a:pt x="388963" y="14511"/>
                    <a:pt x="374450" y="0"/>
                    <a:pt x="356548" y="0"/>
                  </a:cubicBezTo>
                  <a:lnTo>
                    <a:pt x="32414" y="0"/>
                  </a:lnTo>
                  <a:cubicBezTo>
                    <a:pt x="14512" y="0"/>
                    <a:pt x="0" y="14511"/>
                    <a:pt x="0" y="32413"/>
                  </a:cubicBezTo>
                  <a:lnTo>
                    <a:pt x="0" y="97239"/>
                  </a:lnTo>
                  <a:cubicBezTo>
                    <a:pt x="0" y="115141"/>
                    <a:pt x="14512" y="129654"/>
                    <a:pt x="32414" y="129654"/>
                  </a:cubicBezTo>
                  <a:close/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76D0FADE-6F5C-45AA-BF64-14D456538C69}"/>
                </a:ext>
              </a:extLst>
            </p:cNvPr>
            <p:cNvSpPr/>
            <p:nvPr/>
          </p:nvSpPr>
          <p:spPr>
            <a:xfrm>
              <a:off x="778010" y="1113926"/>
              <a:ext cx="66173" cy="41327"/>
            </a:xfrm>
            <a:custGeom>
              <a:avLst/>
              <a:gdLst>
                <a:gd name="connsiteX0" fmla="*/ 66174 w 66173"/>
                <a:gd name="connsiteY0" fmla="*/ 0 h 41327"/>
                <a:gd name="connsiteX1" fmla="*/ 24846 w 66173"/>
                <a:gd name="connsiteY1" fmla="*/ 41327 h 41327"/>
                <a:gd name="connsiteX2" fmla="*/ 0 w 66173"/>
                <a:gd name="connsiteY2" fmla="*/ 16555 h 4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73" h="41327">
                  <a:moveTo>
                    <a:pt x="66174" y="0"/>
                  </a:moveTo>
                  <a:lnTo>
                    <a:pt x="24846" y="41327"/>
                  </a:lnTo>
                  <a:lnTo>
                    <a:pt x="0" y="16555"/>
                  </a:lnTo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: фигура 54">
              <a:extLst>
                <a:ext uri="{FF2B5EF4-FFF2-40B4-BE49-F238E27FC236}">
                  <a16:creationId xmlns:a16="http://schemas.microsoft.com/office/drawing/2014/main" id="{145A00BC-370E-4FC2-8308-3A173894C6DC}"/>
                </a:ext>
              </a:extLst>
            </p:cNvPr>
            <p:cNvSpPr/>
            <p:nvPr/>
          </p:nvSpPr>
          <p:spPr>
            <a:xfrm>
              <a:off x="497767" y="1069481"/>
              <a:ext cx="172872" cy="129653"/>
            </a:xfrm>
            <a:custGeom>
              <a:avLst/>
              <a:gdLst>
                <a:gd name="connsiteX0" fmla="*/ 172872 w 172872"/>
                <a:gd name="connsiteY0" fmla="*/ 0 h 129653"/>
                <a:gd name="connsiteX1" fmla="*/ 32414 w 172872"/>
                <a:gd name="connsiteY1" fmla="*/ 0 h 129653"/>
                <a:gd name="connsiteX2" fmla="*/ 0 w 172872"/>
                <a:gd name="connsiteY2" fmla="*/ 32413 h 129653"/>
                <a:gd name="connsiteX3" fmla="*/ 0 w 172872"/>
                <a:gd name="connsiteY3" fmla="*/ 97240 h 129653"/>
                <a:gd name="connsiteX4" fmla="*/ 32414 w 172872"/>
                <a:gd name="connsiteY4" fmla="*/ 129654 h 129653"/>
                <a:gd name="connsiteX5" fmla="*/ 172872 w 172872"/>
                <a:gd name="connsiteY5" fmla="*/ 129654 h 129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872" h="129653">
                  <a:moveTo>
                    <a:pt x="172872" y="0"/>
                  </a:moveTo>
                  <a:lnTo>
                    <a:pt x="32414" y="0"/>
                  </a:lnTo>
                  <a:cubicBezTo>
                    <a:pt x="14512" y="0"/>
                    <a:pt x="0" y="14512"/>
                    <a:pt x="0" y="32413"/>
                  </a:cubicBezTo>
                  <a:lnTo>
                    <a:pt x="0" y="97240"/>
                  </a:lnTo>
                  <a:cubicBezTo>
                    <a:pt x="0" y="115142"/>
                    <a:pt x="14512" y="129654"/>
                    <a:pt x="32414" y="129654"/>
                  </a:cubicBezTo>
                  <a:lnTo>
                    <a:pt x="172872" y="129654"/>
                  </a:lnTo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: фигура 55">
              <a:extLst>
                <a:ext uri="{FF2B5EF4-FFF2-40B4-BE49-F238E27FC236}">
                  <a16:creationId xmlns:a16="http://schemas.microsoft.com/office/drawing/2014/main" id="{0EB164F8-270D-4B86-B774-D71578B2ACD9}"/>
                </a:ext>
              </a:extLst>
            </p:cNvPr>
            <p:cNvSpPr/>
            <p:nvPr/>
          </p:nvSpPr>
          <p:spPr>
            <a:xfrm>
              <a:off x="713857" y="1037068"/>
              <a:ext cx="194480" cy="194480"/>
            </a:xfrm>
            <a:custGeom>
              <a:avLst/>
              <a:gdLst>
                <a:gd name="connsiteX0" fmla="*/ 194481 w 194480"/>
                <a:gd name="connsiteY0" fmla="*/ 97240 h 194480"/>
                <a:gd name="connsiteX1" fmla="*/ 97240 w 194480"/>
                <a:gd name="connsiteY1" fmla="*/ 194481 h 194480"/>
                <a:gd name="connsiteX2" fmla="*/ 0 w 194480"/>
                <a:gd name="connsiteY2" fmla="*/ 97240 h 194480"/>
                <a:gd name="connsiteX3" fmla="*/ 97240 w 194480"/>
                <a:gd name="connsiteY3" fmla="*/ 0 h 194480"/>
                <a:gd name="connsiteX4" fmla="*/ 194481 w 194480"/>
                <a:gd name="connsiteY4" fmla="*/ 97240 h 194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480" h="194480">
                  <a:moveTo>
                    <a:pt x="194481" y="97240"/>
                  </a:moveTo>
                  <a:cubicBezTo>
                    <a:pt x="194481" y="150945"/>
                    <a:pt x="150945" y="194481"/>
                    <a:pt x="97240" y="194481"/>
                  </a:cubicBezTo>
                  <a:cubicBezTo>
                    <a:pt x="43536" y="194481"/>
                    <a:pt x="0" y="150945"/>
                    <a:pt x="0" y="97240"/>
                  </a:cubicBezTo>
                  <a:cubicBezTo>
                    <a:pt x="0" y="43536"/>
                    <a:pt x="43536" y="0"/>
                    <a:pt x="97240" y="0"/>
                  </a:cubicBezTo>
                  <a:cubicBezTo>
                    <a:pt x="150945" y="0"/>
                    <a:pt x="194481" y="43536"/>
                    <a:pt x="194481" y="97240"/>
                  </a:cubicBezTo>
                  <a:close/>
                </a:path>
              </a:pathLst>
            </a:custGeom>
            <a:noFill/>
            <a:ln w="19050" cap="rnd">
              <a:solidFill>
                <a:srgbClr val="4525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81909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29338</TotalTime>
  <Words>97</Words>
  <Application>Microsoft Macintosh PowerPoint</Application>
  <PresentationFormat>Широкоэкранный</PresentationFormat>
  <Paragraphs>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Calibri Light</vt:lpstr>
      <vt:lpstr>Roboto</vt:lpstr>
      <vt:lpstr>Arial</vt:lpstr>
      <vt:lpstr>Calibri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Хадиев Рузаль Рафилович</dc:creator>
  <cp:lastModifiedBy>Леонид Чесников</cp:lastModifiedBy>
  <cp:revision>630</cp:revision>
  <cp:lastPrinted>2025-04-02T16:19:46Z</cp:lastPrinted>
  <dcterms:created xsi:type="dcterms:W3CDTF">2025-02-26T13:06:44Z</dcterms:created>
  <dcterms:modified xsi:type="dcterms:W3CDTF">2025-04-25T20:02:49Z</dcterms:modified>
</cp:coreProperties>
</file>