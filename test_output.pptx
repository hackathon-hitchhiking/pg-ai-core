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i="1" dirty="0">
                <a:solidFill/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5000" y="1905000"/>
            <a:ext cx="4762500" cy="4762500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solidFill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000" dirty="0">
                <a:solidFill/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000" dirty="0">
                <a:solidFill/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1000" dirty="0">
                <a:solidFill/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solidFill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solidFill/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r>
              <a:rPr lang="ru-RU" b="1" dirty="0">
                <a:solidFill/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/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/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900" dirty="0">
                <a:solidFill/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/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/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/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